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4C114-6F92-E219-AB28-991556FA2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C6E75-1C76-B1A0-FB1B-729C093D0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623C3-4AA9-4E6F-285B-B1E1B4E4A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850BC-8B61-FC45-3AA7-0CBE0579E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76988-CBD1-D685-359F-5A3680838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82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C99C-FF5E-BE11-FA3E-D15072616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DA40D-0208-DA02-95AB-E8EE97977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569A9-7D1B-153F-F46C-72E2A1D9B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FCDEE-2863-6112-3942-F1933D477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B86ED-CD1C-EC15-0084-0259B26B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0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7C835-BFBE-2846-8D1C-52960981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1645C-4A78-A48D-977C-97E3D6C4E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BB201-502D-8507-E04C-9B6C46D06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09817-2417-E3A3-9B88-FAF0A1BF1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FB24B-AFC7-22F0-5349-9F3AFA7A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60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B5C9-103E-B929-3FCA-0466E990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873C9-F743-F8C4-D78E-F2514820C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1991C-9529-5CC0-97F1-19C9FD931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7028E-008A-31E0-C4CA-BF857CBE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AE8D7-B656-FC40-372E-0E85121C6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A76AB-1AAF-50C4-FD94-565615987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1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E5C46-E2E1-E6F7-6B0D-80B4BD0E1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93138-2165-59D7-7A20-1C4625A3F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DFD7C-A75F-32CC-EB91-088D2FCBE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AAE26E-F7AF-C662-B4A6-6978A79C9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8E92E3-1C6A-992E-49E5-5AD7DB6930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FCA270-D27F-09C5-D824-7999D26E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D1EC1-08F5-D4B6-91E1-72CD7126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A76A5-26D5-E20F-45E1-AB594486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0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DEAB-E69A-5650-7000-04E1E427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E3E46-42C9-6014-99FE-B6C4BD36A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273D6-B94A-FA25-DAF7-DA041329C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B9D67-AE16-5D6B-EE6A-27E4F428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0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8C4C9B-5E71-3122-FF56-CAA4C039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B6C57C-F4A2-1C95-6053-FE945B70A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A5852-E07C-5494-D35A-A0C428C84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25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204C-E2F0-DF4C-871E-E18374C4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AAED6-49A6-06A3-E23C-747346CB1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4318B-73AB-1022-DB59-71B7F3E71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E9BCF-3574-7B18-7CF9-0219853AC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491F3-63D1-8852-6590-45F49EC9E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EAEE6-1DF5-61D3-8BEB-EA1366A6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87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0693-5E16-4ED8-EDCE-978325C93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D47AD3-B1F7-B2BD-8666-5B50A71CD5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B72E7-2E41-DEA0-960D-FDECF2F43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44AD7-37A3-CDFD-08DC-FB3B5C5C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D998D-9725-D195-0C6A-57D984C8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41FEF-FA21-C37A-52BF-6D7B9544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00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6832-B3CA-9555-58D4-E02A4DFD0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9F8ED-1491-3FAD-F2AF-B54EF6D59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8767A-6F23-76D0-6B12-74B2FD18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C7853-8440-00D5-068B-FFECCC83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84B10-44AD-0DF2-E7F8-BC728652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18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45AD5-2BC2-B5F5-51BB-B8DCD5B3D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2F650-3431-05DF-7888-F2B2D6E92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DBB4C-1FDF-1FAA-90E7-DD424D446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86856-11EE-BAD0-07C6-504FF8944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4429E-B55F-EBFA-0563-1B0069BA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49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13E5A-B605-48B2-0FE0-C3118708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3AB9-A3FE-CF70-3CC7-515AB194D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B6A01-F93F-5D53-C1E9-70CE1D5D4F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5FD8B-6E15-6A40-8498-FD85B722A7EB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BBC4B-33D1-5841-4B45-9C96D741B1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625F1-3A46-C4E1-B4E3-540D42ACD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9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FD71-A2D5-DF6B-9E3F-67CC2F807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gradFill flip="none" rotWithShape="1">
            <a:gsLst>
              <a:gs pos="0">
                <a:schemeClr val="tx2"/>
              </a:gs>
              <a:gs pos="5000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Title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DED928-5FE1-FBBE-C4ED-89300642E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 w="63500"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i="1" dirty="0">
                <a:latin typeface="Comic Sans MS" panose="030F0902030302020204" pitchFamily="66" charset="0"/>
              </a:rPr>
              <a:t>James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4056A0-572C-C58A-9500-1B82FB23F97A}"/>
              </a:ext>
            </a:extLst>
          </p:cNvPr>
          <p:cNvSpPr/>
          <p:nvPr/>
        </p:nvSpPr>
        <p:spPr>
          <a:xfrm>
            <a:off x="489098" y="5794744"/>
            <a:ext cx="786809" cy="786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902030302020204" pitchFamily="66" charset="0"/>
              </a:rPr>
              <a:t>42</a:t>
            </a:r>
          </a:p>
        </p:txBody>
      </p:sp>
      <p:sp>
        <p:nvSpPr>
          <p:cNvPr id="5" name="5-point Star 4">
            <a:extLst>
              <a:ext uri="{FF2B5EF4-FFF2-40B4-BE49-F238E27FC236}">
                <a16:creationId xmlns:a16="http://schemas.microsoft.com/office/drawing/2014/main" id="{3CF397E7-AC46-0C0C-7D95-DF66270B04D4}"/>
              </a:ext>
            </a:extLst>
          </p:cNvPr>
          <p:cNvSpPr/>
          <p:nvPr/>
        </p:nvSpPr>
        <p:spPr>
          <a:xfrm>
            <a:off x="489098" y="542260"/>
            <a:ext cx="1034902" cy="98425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4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FC55-1763-C9CE-D696-50AF4C716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538B1-AC24-8B1F-8055-491D8450F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</a:t>
            </a:r>
          </a:p>
          <a:p>
            <a:r>
              <a:rPr lang="en-US" dirty="0"/>
              <a:t>Two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And now some more text which takes up rather more space than anything we’ve seen so far. Hopefully this will stress-test the rendering a </a:t>
            </a:r>
            <a:r>
              <a:rPr lang="en-US"/>
              <a:t>bit more.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94767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196AA-451B-FFB6-BF31-1FE02A185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Wibble</a:t>
            </a:r>
          </a:p>
        </p:txBody>
      </p:sp>
      <p:pic>
        <p:nvPicPr>
          <p:cNvPr id="5" name="Content Placeholder 4" descr="Alarm Ringing outline">
            <a:extLst>
              <a:ext uri="{FF2B5EF4-FFF2-40B4-BE49-F238E27FC236}">
                <a16:creationId xmlns:a16="http://schemas.microsoft.com/office/drawing/2014/main" id="{5BBE8C21-5AF3-40A6-3555-CA21F7387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14522">
            <a:off x="3439296" y="2765617"/>
            <a:ext cx="2862649" cy="2862649"/>
          </a:xfrm>
        </p:spPr>
      </p:pic>
      <p:pic>
        <p:nvPicPr>
          <p:cNvPr id="4" name="Graphic 3" descr="Aeroplane outline">
            <a:extLst>
              <a:ext uri="{FF2B5EF4-FFF2-40B4-BE49-F238E27FC236}">
                <a16:creationId xmlns:a16="http://schemas.microsoft.com/office/drawing/2014/main" id="{CCF096A5-06ED-E559-4726-5278CED25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0659" y="16906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4055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37</Words>
  <Application>Microsoft Macintosh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Comic Sans MS</vt:lpstr>
      <vt:lpstr>Tahoma</vt:lpstr>
      <vt:lpstr>Office Theme</vt:lpstr>
      <vt:lpstr>Title 1</vt:lpstr>
      <vt:lpstr>Another title</vt:lpstr>
      <vt:lpstr>Wibble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Heggie</dc:creator>
  <cp:lastModifiedBy>James Heggie</cp:lastModifiedBy>
  <cp:revision>15</cp:revision>
  <dcterms:created xsi:type="dcterms:W3CDTF">2026-07-29T15:49:26Z</dcterms:created>
  <dcterms:modified xsi:type="dcterms:W3CDTF">2026-08-02T19:25:42Z</dcterms:modified>
</cp:coreProperties>
</file>