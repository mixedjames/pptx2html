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tx2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 w="63500"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i="1" dirty="0">
                <a:latin typeface="Comic Sans MS" panose="030F0902030302020204" pitchFamily="66" charset="0"/>
              </a:rPr>
              <a:t>James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F4056A0-572C-C58A-9500-1B82FB23F97A}"/>
              </a:ext>
            </a:extLst>
          </p:cNvPr>
          <p:cNvSpPr/>
          <p:nvPr/>
        </p:nvSpPr>
        <p:spPr>
          <a:xfrm>
            <a:off x="489098" y="5794744"/>
            <a:ext cx="786809" cy="78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sp>
        <p:nvSpPr>
          <p:cNvPr id="5" name="5-point Star 4">
            <a:extLst>
              <a:ext uri="{FF2B5EF4-FFF2-40B4-BE49-F238E27FC236}">
                <a16:creationId xmlns:a16="http://schemas.microsoft.com/office/drawing/2014/main" id="{3CF397E7-AC46-0C0C-7D95-DF66270B04D4}"/>
              </a:ext>
            </a:extLst>
          </p:cNvPr>
          <p:cNvSpPr/>
          <p:nvPr/>
        </p:nvSpPr>
        <p:spPr>
          <a:xfrm>
            <a:off x="489098" y="542260"/>
            <a:ext cx="1034902" cy="98425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And now some more text which takes up rather more space than anything we’ve seen so far. Hopefully this will stress-test the rendering a </a:t>
            </a:r>
            <a:r>
              <a:rPr lang="en-US"/>
              <a:t>bit more.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36</Words>
  <Application>Microsoft Macintosh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Comic Sans MS</vt:lpstr>
      <vt:lpstr>Tahoma</vt:lpstr>
      <vt:lpstr>Office Theme</vt:lpstr>
      <vt:lpstr>Title 1</vt:lpstr>
      <vt:lpstr>Another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10</cp:revision>
  <dcterms:created xsi:type="dcterms:W3CDTF">2026-07-29T15:49:26Z</dcterms:created>
  <dcterms:modified xsi:type="dcterms:W3CDTF">2026-08-01T10:45:05Z</dcterms:modified>
</cp:coreProperties>
</file>