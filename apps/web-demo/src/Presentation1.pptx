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4056A0-572C-C58A-9500-1B82FB23F97A}"/>
              </a:ext>
            </a:extLst>
          </p:cNvPr>
          <p:cNvSpPr/>
          <p:nvPr/>
        </p:nvSpPr>
        <p:spPr>
          <a:xfrm>
            <a:off x="489098" y="5794744"/>
            <a:ext cx="786809" cy="78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sp>
        <p:nvSpPr>
          <p:cNvPr id="5" name="5-point Star 4">
            <a:extLst>
              <a:ext uri="{FF2B5EF4-FFF2-40B4-BE49-F238E27FC236}">
                <a16:creationId xmlns:a16="http://schemas.microsoft.com/office/drawing/2014/main" id="{3CF397E7-AC46-0C0C-7D95-DF66270B04D4}"/>
              </a:ext>
            </a:extLst>
          </p:cNvPr>
          <p:cNvSpPr/>
          <p:nvPr/>
        </p:nvSpPr>
        <p:spPr>
          <a:xfrm>
            <a:off x="489098" y="542260"/>
            <a:ext cx="1034902" cy="98425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</a:t>
            </a:r>
            <a:r>
              <a:rPr lang="en-US"/>
              <a:t>bit more.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196AA-451B-FFB6-BF31-1FE02A185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Wibble</a:t>
            </a:r>
          </a:p>
        </p:txBody>
      </p:sp>
      <p:pic>
        <p:nvPicPr>
          <p:cNvPr id="5" name="Content Placeholder 4" descr="Alarm Ringing outline">
            <a:extLst>
              <a:ext uri="{FF2B5EF4-FFF2-40B4-BE49-F238E27FC236}">
                <a16:creationId xmlns:a16="http://schemas.microsoft.com/office/drawing/2014/main" id="{5BBE8C21-5AF3-40A6-3555-CA21F73879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114522">
            <a:off x="3439296" y="2765617"/>
            <a:ext cx="2862649" cy="2862649"/>
          </a:xfrm>
        </p:spPr>
      </p:pic>
    </p:spTree>
    <p:extLst>
      <p:ext uri="{BB962C8B-B14F-4D97-AF65-F5344CB8AC3E}">
        <p14:creationId xmlns:p14="http://schemas.microsoft.com/office/powerpoint/2010/main" val="195664055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37</Words>
  <Application>Microsoft Macintosh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  <vt:lpstr>Wibble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11</cp:revision>
  <dcterms:created xsi:type="dcterms:W3CDTF">2026-07-29T15:49:26Z</dcterms:created>
  <dcterms:modified xsi:type="dcterms:W3CDTF">2026-08-01T20:13:50Z</dcterms:modified>
</cp:coreProperties>
</file>