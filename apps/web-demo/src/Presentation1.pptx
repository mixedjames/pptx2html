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21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8/8/26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tx2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 w="63500"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i="1" dirty="0">
                <a:latin typeface="Comic Sans MS" panose="030F0902030302020204" pitchFamily="66" charset="0"/>
              </a:rPr>
              <a:t>James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F4056A0-572C-C58A-9500-1B82FB23F97A}"/>
              </a:ext>
            </a:extLst>
          </p:cNvPr>
          <p:cNvSpPr/>
          <p:nvPr/>
        </p:nvSpPr>
        <p:spPr>
          <a:xfrm>
            <a:off x="489098" y="5794744"/>
            <a:ext cx="786809" cy="7868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Comic Sans MS" panose="030F0902030302020204" pitchFamily="66" charset="0"/>
              </a:rPr>
              <a:t>42</a:t>
            </a:r>
          </a:p>
        </p:txBody>
      </p:sp>
      <p:sp>
        <p:nvSpPr>
          <p:cNvPr id="5" name="5-point Star 4">
            <a:extLst>
              <a:ext uri="{FF2B5EF4-FFF2-40B4-BE49-F238E27FC236}">
                <a16:creationId xmlns:a16="http://schemas.microsoft.com/office/drawing/2014/main" id="{3CF397E7-AC46-0C0C-7D95-DF66270B04D4}"/>
              </a:ext>
            </a:extLst>
          </p:cNvPr>
          <p:cNvSpPr/>
          <p:nvPr/>
        </p:nvSpPr>
        <p:spPr>
          <a:xfrm>
            <a:off x="489098" y="542260"/>
            <a:ext cx="1034902" cy="98425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And now some more text which takes up rather more space than anything we’ve seen so far. Hopefully this will stress-test the rendering a bit more.</a:t>
            </a:r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196AA-451B-FFB6-BF31-1FE02A185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Wibble</a:t>
            </a:r>
          </a:p>
        </p:txBody>
      </p:sp>
      <p:pic>
        <p:nvPicPr>
          <p:cNvPr id="5" name="Content Placeholder 4" descr="Alarm Ringing outline">
            <a:extLst>
              <a:ext uri="{FF2B5EF4-FFF2-40B4-BE49-F238E27FC236}">
                <a16:creationId xmlns:a16="http://schemas.microsoft.com/office/drawing/2014/main" id="{5BBE8C21-5AF3-40A6-3555-CA21F73879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114522">
            <a:off x="3439296" y="2765617"/>
            <a:ext cx="2862649" cy="2862649"/>
          </a:xfrm>
        </p:spPr>
      </p:pic>
      <p:pic>
        <p:nvPicPr>
          <p:cNvPr id="4" name="Graphic 3" descr="Aeroplane outline">
            <a:extLst>
              <a:ext uri="{FF2B5EF4-FFF2-40B4-BE49-F238E27FC236}">
                <a16:creationId xmlns:a16="http://schemas.microsoft.com/office/drawing/2014/main" id="{CCF096A5-06ED-E559-4726-5278CED258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50659" y="1690688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E0CB0F-717C-6146-BA42-1ABBAEB0A8B5}"/>
              </a:ext>
            </a:extLst>
          </p:cNvPr>
          <p:cNvSpPr txBox="1"/>
          <p:nvPr/>
        </p:nvSpPr>
        <p:spPr>
          <a:xfrm>
            <a:off x="6096000" y="-3231148"/>
            <a:ext cx="47927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paragraph of text that will appear to scroll into view during the transition giving the illusion that the whole system is scrolling rather than being a slide deck.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0D4EC6B-9AB8-2126-6B3B-649F58FBDA52}"/>
              </a:ext>
            </a:extLst>
          </p:cNvPr>
          <p:cNvSpPr/>
          <p:nvPr/>
        </p:nvSpPr>
        <p:spPr>
          <a:xfrm>
            <a:off x="-4922875" y="-2030819"/>
            <a:ext cx="19755294" cy="10972799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  <a:gd name="csX4" fmla="*/ 0 w 12192000"/>
              <a:gd name="csY4" fmla="*/ 0 h 6858000"/>
              <a:gd name="csX5" fmla="*/ 5764545 w 12192000"/>
              <a:gd name="csY5" fmla="*/ 365125 h 6858000"/>
              <a:gd name="csX6" fmla="*/ 5169803 w 12192000"/>
              <a:gd name="csY6" fmla="*/ 1209393 h 6858000"/>
              <a:gd name="csX7" fmla="*/ 4232608 w 12192000"/>
              <a:gd name="csY7" fmla="*/ 775606 h 6858000"/>
              <a:gd name="csX8" fmla="*/ 4139680 w 12192000"/>
              <a:gd name="csY8" fmla="*/ 1804135 h 6858000"/>
              <a:gd name="csX9" fmla="*/ 3111151 w 12192000"/>
              <a:gd name="csY9" fmla="*/ 1897063 h 6858000"/>
              <a:gd name="csX10" fmla="*/ 3544938 w 12192000"/>
              <a:gd name="csY10" fmla="*/ 2834258 h 6858000"/>
              <a:gd name="csX11" fmla="*/ 2700670 w 12192000"/>
              <a:gd name="csY11" fmla="*/ 3429000 h 6858000"/>
              <a:gd name="csX12" fmla="*/ 3544938 w 12192000"/>
              <a:gd name="csY12" fmla="*/ 4023742 h 6858000"/>
              <a:gd name="csX13" fmla="*/ 3111151 w 12192000"/>
              <a:gd name="csY13" fmla="*/ 4960938 h 6858000"/>
              <a:gd name="csX14" fmla="*/ 4139680 w 12192000"/>
              <a:gd name="csY14" fmla="*/ 5053865 h 6858000"/>
              <a:gd name="csX15" fmla="*/ 4232608 w 12192000"/>
              <a:gd name="csY15" fmla="*/ 6082394 h 6858000"/>
              <a:gd name="csX16" fmla="*/ 5169803 w 12192000"/>
              <a:gd name="csY16" fmla="*/ 5648607 h 6858000"/>
              <a:gd name="csX17" fmla="*/ 5764545 w 12192000"/>
              <a:gd name="csY17" fmla="*/ 6492875 h 6858000"/>
              <a:gd name="csX18" fmla="*/ 6359287 w 12192000"/>
              <a:gd name="csY18" fmla="*/ 5648607 h 6858000"/>
              <a:gd name="csX19" fmla="*/ 7296483 w 12192000"/>
              <a:gd name="csY19" fmla="*/ 6082394 h 6858000"/>
              <a:gd name="csX20" fmla="*/ 7389410 w 12192000"/>
              <a:gd name="csY20" fmla="*/ 5053865 h 6858000"/>
              <a:gd name="csX21" fmla="*/ 8417939 w 12192000"/>
              <a:gd name="csY21" fmla="*/ 4960938 h 6858000"/>
              <a:gd name="csX22" fmla="*/ 7984152 w 12192000"/>
              <a:gd name="csY22" fmla="*/ 4023742 h 6858000"/>
              <a:gd name="csX23" fmla="*/ 8828420 w 12192000"/>
              <a:gd name="csY23" fmla="*/ 3429000 h 6858000"/>
              <a:gd name="csX24" fmla="*/ 7984152 w 12192000"/>
              <a:gd name="csY24" fmla="*/ 2834258 h 6858000"/>
              <a:gd name="csX25" fmla="*/ 8417939 w 12192000"/>
              <a:gd name="csY25" fmla="*/ 1897063 h 6858000"/>
              <a:gd name="csX26" fmla="*/ 7389410 w 12192000"/>
              <a:gd name="csY26" fmla="*/ 1804135 h 6858000"/>
              <a:gd name="csX27" fmla="*/ 7296483 w 12192000"/>
              <a:gd name="csY27" fmla="*/ 775606 h 6858000"/>
              <a:gd name="csX28" fmla="*/ 6359287 w 12192000"/>
              <a:gd name="csY28" fmla="*/ 1209393 h 6858000"/>
              <a:gd name="csX29" fmla="*/ 5764545 w 12192000"/>
              <a:gd name="csY29" fmla="*/ 365125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764545" y="365125"/>
                </a:moveTo>
                <a:lnTo>
                  <a:pt x="5169803" y="1209393"/>
                </a:lnTo>
                <a:lnTo>
                  <a:pt x="4232608" y="775606"/>
                </a:lnTo>
                <a:lnTo>
                  <a:pt x="4139680" y="1804135"/>
                </a:lnTo>
                <a:lnTo>
                  <a:pt x="3111151" y="1897063"/>
                </a:lnTo>
                <a:lnTo>
                  <a:pt x="3544938" y="2834258"/>
                </a:lnTo>
                <a:lnTo>
                  <a:pt x="2700670" y="3429000"/>
                </a:lnTo>
                <a:lnTo>
                  <a:pt x="3544938" y="4023742"/>
                </a:lnTo>
                <a:lnTo>
                  <a:pt x="3111151" y="4960938"/>
                </a:lnTo>
                <a:lnTo>
                  <a:pt x="4139680" y="5053865"/>
                </a:lnTo>
                <a:lnTo>
                  <a:pt x="4232608" y="6082394"/>
                </a:lnTo>
                <a:lnTo>
                  <a:pt x="5169803" y="5648607"/>
                </a:lnTo>
                <a:lnTo>
                  <a:pt x="5764545" y="6492875"/>
                </a:lnTo>
                <a:lnTo>
                  <a:pt x="6359287" y="5648607"/>
                </a:lnTo>
                <a:lnTo>
                  <a:pt x="7296483" y="6082394"/>
                </a:lnTo>
                <a:lnTo>
                  <a:pt x="7389410" y="5053865"/>
                </a:lnTo>
                <a:lnTo>
                  <a:pt x="8417939" y="4960938"/>
                </a:lnTo>
                <a:lnTo>
                  <a:pt x="7984152" y="4023742"/>
                </a:lnTo>
                <a:lnTo>
                  <a:pt x="8828420" y="3429000"/>
                </a:lnTo>
                <a:lnTo>
                  <a:pt x="7984152" y="2834258"/>
                </a:lnTo>
                <a:lnTo>
                  <a:pt x="8417939" y="1897063"/>
                </a:lnTo>
                <a:lnTo>
                  <a:pt x="7389410" y="1804135"/>
                </a:lnTo>
                <a:lnTo>
                  <a:pt x="7296483" y="775606"/>
                </a:lnTo>
                <a:lnTo>
                  <a:pt x="6359287" y="1209393"/>
                </a:lnTo>
                <a:lnTo>
                  <a:pt x="5764545" y="365125"/>
                </a:lnTo>
                <a:close/>
              </a:path>
            </a:pathLst>
          </a:cu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4055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7A5E7-ECA0-D270-C303-ECD535CF0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74C43-82DE-F9B7-39BB-EFBDEFFC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Wibble</a:t>
            </a:r>
          </a:p>
        </p:txBody>
      </p:sp>
      <p:pic>
        <p:nvPicPr>
          <p:cNvPr id="5" name="Content Placeholder 4" descr="Alarm Ringing outline">
            <a:extLst>
              <a:ext uri="{FF2B5EF4-FFF2-40B4-BE49-F238E27FC236}">
                <a16:creationId xmlns:a16="http://schemas.microsoft.com/office/drawing/2014/main" id="{C5D43EFA-A6EC-AC41-5728-532A663AF9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114522">
            <a:off x="2237817" y="2821588"/>
            <a:ext cx="2862649" cy="2862649"/>
          </a:xfrm>
        </p:spPr>
      </p:pic>
      <p:pic>
        <p:nvPicPr>
          <p:cNvPr id="4" name="Graphic 3" descr="Aeroplane outline">
            <a:extLst>
              <a:ext uri="{FF2B5EF4-FFF2-40B4-BE49-F238E27FC236}">
                <a16:creationId xmlns:a16="http://schemas.microsoft.com/office/drawing/2014/main" id="{377264AC-FD3C-910A-078A-3EFE8B4A69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50659" y="1690688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6F4E0A-611A-9E72-672B-6EDFE73EFB61}"/>
              </a:ext>
            </a:extLst>
          </p:cNvPr>
          <p:cNvSpPr txBox="1"/>
          <p:nvPr/>
        </p:nvSpPr>
        <p:spPr>
          <a:xfrm>
            <a:off x="6160603" y="3052584"/>
            <a:ext cx="47927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paragraph of text that will appear to scroll into view during the transition giving the illusion that the whole system is scrolling rather than being a slide deck.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1A429AF-7183-CAE9-9A70-EF3E44F91EAA}"/>
              </a:ext>
            </a:extLst>
          </p:cNvPr>
          <p:cNvSpPr/>
          <p:nvPr/>
        </p:nvSpPr>
        <p:spPr>
          <a:xfrm>
            <a:off x="-1212112" y="-2057400"/>
            <a:ext cx="19755294" cy="10972799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  <a:gd name="csX4" fmla="*/ 0 w 12192000"/>
              <a:gd name="csY4" fmla="*/ 0 h 6858000"/>
              <a:gd name="csX5" fmla="*/ 5764545 w 12192000"/>
              <a:gd name="csY5" fmla="*/ 365125 h 6858000"/>
              <a:gd name="csX6" fmla="*/ 5169803 w 12192000"/>
              <a:gd name="csY6" fmla="*/ 1209393 h 6858000"/>
              <a:gd name="csX7" fmla="*/ 4232608 w 12192000"/>
              <a:gd name="csY7" fmla="*/ 775606 h 6858000"/>
              <a:gd name="csX8" fmla="*/ 4139680 w 12192000"/>
              <a:gd name="csY8" fmla="*/ 1804135 h 6858000"/>
              <a:gd name="csX9" fmla="*/ 3111151 w 12192000"/>
              <a:gd name="csY9" fmla="*/ 1897063 h 6858000"/>
              <a:gd name="csX10" fmla="*/ 3544938 w 12192000"/>
              <a:gd name="csY10" fmla="*/ 2834258 h 6858000"/>
              <a:gd name="csX11" fmla="*/ 2700670 w 12192000"/>
              <a:gd name="csY11" fmla="*/ 3429000 h 6858000"/>
              <a:gd name="csX12" fmla="*/ 3544938 w 12192000"/>
              <a:gd name="csY12" fmla="*/ 4023742 h 6858000"/>
              <a:gd name="csX13" fmla="*/ 3111151 w 12192000"/>
              <a:gd name="csY13" fmla="*/ 4960938 h 6858000"/>
              <a:gd name="csX14" fmla="*/ 4139680 w 12192000"/>
              <a:gd name="csY14" fmla="*/ 5053865 h 6858000"/>
              <a:gd name="csX15" fmla="*/ 4232608 w 12192000"/>
              <a:gd name="csY15" fmla="*/ 6082394 h 6858000"/>
              <a:gd name="csX16" fmla="*/ 5169803 w 12192000"/>
              <a:gd name="csY16" fmla="*/ 5648607 h 6858000"/>
              <a:gd name="csX17" fmla="*/ 5764545 w 12192000"/>
              <a:gd name="csY17" fmla="*/ 6492875 h 6858000"/>
              <a:gd name="csX18" fmla="*/ 6359287 w 12192000"/>
              <a:gd name="csY18" fmla="*/ 5648607 h 6858000"/>
              <a:gd name="csX19" fmla="*/ 7296483 w 12192000"/>
              <a:gd name="csY19" fmla="*/ 6082394 h 6858000"/>
              <a:gd name="csX20" fmla="*/ 7389410 w 12192000"/>
              <a:gd name="csY20" fmla="*/ 5053865 h 6858000"/>
              <a:gd name="csX21" fmla="*/ 8417939 w 12192000"/>
              <a:gd name="csY21" fmla="*/ 4960938 h 6858000"/>
              <a:gd name="csX22" fmla="*/ 7984152 w 12192000"/>
              <a:gd name="csY22" fmla="*/ 4023742 h 6858000"/>
              <a:gd name="csX23" fmla="*/ 8828420 w 12192000"/>
              <a:gd name="csY23" fmla="*/ 3429000 h 6858000"/>
              <a:gd name="csX24" fmla="*/ 7984152 w 12192000"/>
              <a:gd name="csY24" fmla="*/ 2834258 h 6858000"/>
              <a:gd name="csX25" fmla="*/ 8417939 w 12192000"/>
              <a:gd name="csY25" fmla="*/ 1897063 h 6858000"/>
              <a:gd name="csX26" fmla="*/ 7389410 w 12192000"/>
              <a:gd name="csY26" fmla="*/ 1804135 h 6858000"/>
              <a:gd name="csX27" fmla="*/ 7296483 w 12192000"/>
              <a:gd name="csY27" fmla="*/ 775606 h 6858000"/>
              <a:gd name="csX28" fmla="*/ 6359287 w 12192000"/>
              <a:gd name="csY28" fmla="*/ 1209393 h 6858000"/>
              <a:gd name="csX29" fmla="*/ 5764545 w 12192000"/>
              <a:gd name="csY29" fmla="*/ 365125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764545" y="365125"/>
                </a:moveTo>
                <a:lnTo>
                  <a:pt x="5169803" y="1209393"/>
                </a:lnTo>
                <a:lnTo>
                  <a:pt x="4232608" y="775606"/>
                </a:lnTo>
                <a:lnTo>
                  <a:pt x="4139680" y="1804135"/>
                </a:lnTo>
                <a:lnTo>
                  <a:pt x="3111151" y="1897063"/>
                </a:lnTo>
                <a:lnTo>
                  <a:pt x="3544938" y="2834258"/>
                </a:lnTo>
                <a:lnTo>
                  <a:pt x="2700670" y="3429000"/>
                </a:lnTo>
                <a:lnTo>
                  <a:pt x="3544938" y="4023742"/>
                </a:lnTo>
                <a:lnTo>
                  <a:pt x="3111151" y="4960938"/>
                </a:lnTo>
                <a:lnTo>
                  <a:pt x="4139680" y="5053865"/>
                </a:lnTo>
                <a:lnTo>
                  <a:pt x="4232608" y="6082394"/>
                </a:lnTo>
                <a:lnTo>
                  <a:pt x="5169803" y="5648607"/>
                </a:lnTo>
                <a:lnTo>
                  <a:pt x="5764545" y="6492875"/>
                </a:lnTo>
                <a:lnTo>
                  <a:pt x="6359287" y="5648607"/>
                </a:lnTo>
                <a:lnTo>
                  <a:pt x="7296483" y="6082394"/>
                </a:lnTo>
                <a:lnTo>
                  <a:pt x="7389410" y="5053865"/>
                </a:lnTo>
                <a:lnTo>
                  <a:pt x="8417939" y="4960938"/>
                </a:lnTo>
                <a:lnTo>
                  <a:pt x="7984152" y="4023742"/>
                </a:lnTo>
                <a:lnTo>
                  <a:pt x="8828420" y="3429000"/>
                </a:lnTo>
                <a:lnTo>
                  <a:pt x="7984152" y="2834258"/>
                </a:lnTo>
                <a:lnTo>
                  <a:pt x="8417939" y="1897063"/>
                </a:lnTo>
                <a:lnTo>
                  <a:pt x="7389410" y="1804135"/>
                </a:lnTo>
                <a:lnTo>
                  <a:pt x="7296483" y="775606"/>
                </a:lnTo>
                <a:lnTo>
                  <a:pt x="6359287" y="1209393"/>
                </a:lnTo>
                <a:lnTo>
                  <a:pt x="5764545" y="365125"/>
                </a:lnTo>
                <a:close/>
              </a:path>
            </a:pathLst>
          </a:cu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180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98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Comic Sans MS</vt:lpstr>
      <vt:lpstr>Tahoma</vt:lpstr>
      <vt:lpstr>Office Theme</vt:lpstr>
      <vt:lpstr>Title 1</vt:lpstr>
      <vt:lpstr>Another title</vt:lpstr>
      <vt:lpstr>Wibble</vt:lpstr>
      <vt:lpstr>Wibble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25</cp:revision>
  <dcterms:created xsi:type="dcterms:W3CDTF">2026-07-29T15:49:26Z</dcterms:created>
  <dcterms:modified xsi:type="dcterms:W3CDTF">2026-08-08T12:47:33Z</dcterms:modified>
</cp:coreProperties>
</file>