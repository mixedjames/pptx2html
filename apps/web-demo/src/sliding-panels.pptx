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58"/>
  </p:normalViewPr>
  <p:slideViewPr>
    <p:cSldViewPr snapToGrid="0">
      <p:cViewPr varScale="1">
        <p:scale>
          <a:sx n="106" d="100"/>
          <a:sy n="106" d="100"/>
        </p:scale>
        <p:origin x="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C581-571C-0D66-60E5-2B5B0DF49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2E390-2A82-F934-ECAF-02E91ABE3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C035E-EF97-1C34-9C7D-A895A961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C202D-98A8-CD50-5CBB-BC7B9074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E44E1-000A-BB80-E819-801EF4C9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0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E0EF-E7AE-AF7D-61AA-B31022C7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E86A-8DE1-5796-6D00-6BAF02CC8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1D67-1F92-E1FF-C973-4719141F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4AA8F-E5DF-375F-AE68-3A7611DF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75E93-500A-69B6-8656-9DF63FEF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4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ABCC-9858-B75A-73AA-C21D0EFC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88A01-F913-35E4-86D1-B3B121BB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10421-7430-9FDE-78FD-0534E34E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98BF-EA20-AC17-2CDF-8445A94F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829BF-9E25-D89B-CA46-A34C6806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5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7F3E-4808-0E6B-4A70-B7D85F6A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49C8D-9C71-0B85-3322-4B09C6C83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48807-8B7F-97E5-36C5-848404032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51083-D29D-A73F-CA56-64AADA4C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20EE1-F5DA-7644-0CCE-7746554E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1F297-7CC3-D1B2-2B45-9E126069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6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411A-2B7B-0B0D-68BA-23BAFD39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137FA-A378-977D-9C6D-4D85E26C9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ECF-C588-58EC-679F-826544E3F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1AA41-92DA-1642-5E9B-AB23B2C47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9F1CC-58FD-0310-AE1B-8D5714D75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4361B1-015F-31E4-3F61-7EA782C35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800BE-FCC2-C143-ED75-83E067FF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97DA8-C04E-6F00-DE8C-7FE1381A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3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F2D4-8E5D-A7A7-2673-CF62211B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6C2C8-4497-60EA-54ED-F8E9C612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4A948-B07F-718C-726E-708B5E8C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E856C-0867-CC99-83CF-61963630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0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A9E66-730D-F2B3-4F65-712C51DF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5125C-362F-1A2B-3CB6-B11D8335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CF6B4-D996-2F9D-4088-7E4715CF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9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89EA-3541-8CFC-5A21-0A89CC0A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A36A-3D98-F961-DC3C-FDF9F560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C300F-8914-F07F-72FC-C05ABFC43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FF115-0446-C89E-F726-8A19A971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64FF5-0AAC-0D71-D429-342A5421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4220B-75A9-7BFA-4B61-71B3ED23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0F61-7661-7DD9-8F18-82CC8C00D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FC1415-B9BA-C334-7087-FABAAA14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19924-147E-C048-A799-476DCCCC1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62F8-2612-28A6-78AF-5CB50953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7B14F-864C-CB84-710F-E001729E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E9C7F-F8E3-2CCE-58C9-D1E84D93F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1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A6EB-9ED2-9C1F-BC92-C5022CF7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A0AF9-AB1E-64FB-6E4A-1F9797692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CA044-9986-E360-27D7-1A70DD25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4CCA-A7F2-97CE-A987-402E60D7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50FEB-BC17-DA41-8077-DD4286D3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4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34667-A116-5F04-CA87-9EE310FEF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A55A8-A18E-A95F-0FE3-C2468C891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DF0F-A9EA-BFB7-0DC9-B1C6BF60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BAA3-3A5D-C23E-9081-D52CE29A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FD946-0C31-384A-5B95-B30D0E74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E174B-B08E-BF96-C147-29C473AC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20F85-959A-1F36-B140-B55BE278E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0CBA1-74E0-B47D-A143-EBB78291B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7D8CC-4AE5-9C4D-BBEA-CA7636CDDA4F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FC5CD-A1FA-468A-9600-30EF31D95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02CE-C6E4-6C35-19FB-96702573E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1EEB6-08BD-5A48-865F-63E4F956D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9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0636-F084-B380-19A7-53C304DB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02D86-CDF1-729D-2FD1-89BD4E4B1C19}"/>
              </a:ext>
            </a:extLst>
          </p:cNvPr>
          <p:cNvSpPr txBox="1"/>
          <p:nvPr/>
        </p:nvSpPr>
        <p:spPr>
          <a:xfrm>
            <a:off x="2977662" y="1957754"/>
            <a:ext cx="74286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And it Begins…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389234-2CE7-9615-B353-6FF67F47BB65}"/>
              </a:ext>
            </a:extLst>
          </p:cNvPr>
          <p:cNvGrpSpPr/>
          <p:nvPr/>
        </p:nvGrpSpPr>
        <p:grpSpPr>
          <a:xfrm>
            <a:off x="-1884044" y="0"/>
            <a:ext cx="3294710" cy="6858000"/>
            <a:chOff x="9144000" y="0"/>
            <a:chExt cx="329471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74EFB0-6681-6D26-0C4F-160ECB9D0F72}"/>
                </a:ext>
              </a:extLst>
            </p:cNvPr>
            <p:cNvSpPr/>
            <p:nvPr/>
          </p:nvSpPr>
          <p:spPr>
            <a:xfrm>
              <a:off x="9144000" y="0"/>
              <a:ext cx="30480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949652-68EE-2FF9-9758-B3F23ECEAA94}"/>
                </a:ext>
              </a:extLst>
            </p:cNvPr>
            <p:cNvSpPr txBox="1"/>
            <p:nvPr/>
          </p:nvSpPr>
          <p:spPr>
            <a:xfrm>
              <a:off x="10418357" y="914397"/>
              <a:ext cx="64633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4</a:t>
              </a:r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B4E1FF80-8BDB-D572-E147-9CB2D4005C2D}"/>
                </a:ext>
              </a:extLst>
            </p:cNvPr>
            <p:cNvSpPr/>
            <p:nvPr/>
          </p:nvSpPr>
          <p:spPr>
            <a:xfrm rot="5400000">
              <a:off x="11799258" y="787132"/>
              <a:ext cx="1024379" cy="254524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D23DCA-422E-B12F-872C-35C5CC1DD119}"/>
                </a:ext>
              </a:extLst>
            </p:cNvPr>
            <p:cNvSpPr txBox="1"/>
            <p:nvPr/>
          </p:nvSpPr>
          <p:spPr>
            <a:xfrm>
              <a:off x="9495519" y="3782923"/>
              <a:ext cx="252793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dolor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sit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Praesent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scelerisque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lacus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sodales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lorem vestibulum, id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bibendum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sagittis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cursus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ac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elementum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libero.</a:t>
              </a:r>
              <a:endPara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B92F206-16A5-5037-FE76-3C27406901C8}"/>
              </a:ext>
            </a:extLst>
          </p:cNvPr>
          <p:cNvGrpSpPr/>
          <p:nvPr/>
        </p:nvGrpSpPr>
        <p:grpSpPr>
          <a:xfrm>
            <a:off x="-2156380" y="0"/>
            <a:ext cx="3283692" cy="6858000"/>
            <a:chOff x="6096000" y="0"/>
            <a:chExt cx="3283692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379987-FF37-AAC9-E502-9444FB0FD3D7}"/>
                </a:ext>
              </a:extLst>
            </p:cNvPr>
            <p:cNvSpPr/>
            <p:nvPr/>
          </p:nvSpPr>
          <p:spPr>
            <a:xfrm>
              <a:off x="6096000" y="0"/>
              <a:ext cx="3048000" cy="685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94A634-2660-280F-AB70-BD397A543920}"/>
                </a:ext>
              </a:extLst>
            </p:cNvPr>
            <p:cNvSpPr txBox="1"/>
            <p:nvPr/>
          </p:nvSpPr>
          <p:spPr>
            <a:xfrm>
              <a:off x="7340506" y="914398"/>
              <a:ext cx="67518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3</a:t>
              </a:r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8A46FE15-C337-62CC-C65C-87C35E3DD392}"/>
                </a:ext>
              </a:extLst>
            </p:cNvPr>
            <p:cNvSpPr/>
            <p:nvPr/>
          </p:nvSpPr>
          <p:spPr>
            <a:xfrm rot="5400000">
              <a:off x="8740240" y="787133"/>
              <a:ext cx="1024379" cy="254524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0DE3B6-C621-6850-8624-E87C1E9EF5F9}"/>
                </a:ext>
              </a:extLst>
            </p:cNvPr>
            <p:cNvSpPr txBox="1"/>
            <p:nvPr/>
          </p:nvSpPr>
          <p:spPr>
            <a:xfrm>
              <a:off x="6393513" y="3782923"/>
              <a:ext cx="252793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dolor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sit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Praesent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scelerisque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lacus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sodales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lorem vestibulum, id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bibendum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sagittis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cursus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ac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elementum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libero.</a:t>
              </a:r>
              <a:endPara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39C539-F268-178C-36EE-97E8111B47EA}"/>
              </a:ext>
            </a:extLst>
          </p:cNvPr>
          <p:cNvGrpSpPr/>
          <p:nvPr/>
        </p:nvGrpSpPr>
        <p:grpSpPr>
          <a:xfrm>
            <a:off x="-2413372" y="0"/>
            <a:ext cx="3272674" cy="6858000"/>
            <a:chOff x="3048000" y="0"/>
            <a:chExt cx="3272674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BFCE4F-FEC6-0C4F-F09A-BF45338E7D36}"/>
                </a:ext>
              </a:extLst>
            </p:cNvPr>
            <p:cNvSpPr/>
            <p:nvPr/>
          </p:nvSpPr>
          <p:spPr>
            <a:xfrm>
              <a:off x="3048000" y="0"/>
              <a:ext cx="30480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2317EC-DF05-2841-B7C6-5CDA569F46FF}"/>
                </a:ext>
              </a:extLst>
            </p:cNvPr>
            <p:cNvSpPr txBox="1"/>
            <p:nvPr/>
          </p:nvSpPr>
          <p:spPr>
            <a:xfrm>
              <a:off x="4262655" y="914399"/>
              <a:ext cx="64793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2</a:t>
              </a:r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82C83882-912F-4AF9-491C-80E4BA004953}"/>
                </a:ext>
              </a:extLst>
            </p:cNvPr>
            <p:cNvSpPr/>
            <p:nvPr/>
          </p:nvSpPr>
          <p:spPr>
            <a:xfrm rot="5400000">
              <a:off x="5681222" y="787134"/>
              <a:ext cx="1024379" cy="25452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9F8740-700D-C6DE-4E7C-146DCEE53216}"/>
                </a:ext>
              </a:extLst>
            </p:cNvPr>
            <p:cNvSpPr txBox="1"/>
            <p:nvPr/>
          </p:nvSpPr>
          <p:spPr>
            <a:xfrm>
              <a:off x="3291507" y="3782923"/>
              <a:ext cx="252793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dolor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sit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Praesent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scelerisque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lacus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sodales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lorem vestibulum, id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bibendum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sagittis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cursus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ac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elementum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libero.</a:t>
              </a:r>
              <a:endPara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3A81E9-A986-7943-1309-EB5799F765BF}"/>
              </a:ext>
            </a:extLst>
          </p:cNvPr>
          <p:cNvGrpSpPr/>
          <p:nvPr/>
        </p:nvGrpSpPr>
        <p:grpSpPr>
          <a:xfrm>
            <a:off x="-2708031" y="0"/>
            <a:ext cx="3291507" cy="6858000"/>
            <a:chOff x="0" y="0"/>
            <a:chExt cx="3291507" cy="6858000"/>
          </a:xfrm>
        </p:grpSpPr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DCD52832-936D-60F8-BDC4-B3D1AFEB4FC6}"/>
                </a:ext>
              </a:extLst>
            </p:cNvPr>
            <p:cNvSpPr/>
            <p:nvPr/>
          </p:nvSpPr>
          <p:spPr>
            <a:xfrm rot="5400000">
              <a:off x="2652055" y="787135"/>
              <a:ext cx="1024379" cy="254524"/>
            </a:xfrm>
            <a:prstGeom prst="triangl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3B0D82-B36A-0A67-DEB6-D3D9CD86037A}"/>
                </a:ext>
              </a:extLst>
            </p:cNvPr>
            <p:cNvGrpSpPr/>
            <p:nvPr/>
          </p:nvGrpSpPr>
          <p:grpSpPr>
            <a:xfrm>
              <a:off x="0" y="0"/>
              <a:ext cx="3048000" cy="6858000"/>
              <a:chOff x="0" y="0"/>
              <a:chExt cx="3048000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D2F11D5-3576-7071-3FEA-76AFEE921E59}"/>
                  </a:ext>
                </a:extLst>
              </p:cNvPr>
              <p:cNvSpPr/>
              <p:nvPr/>
            </p:nvSpPr>
            <p:spPr>
              <a:xfrm>
                <a:off x="0" y="0"/>
                <a:ext cx="3048000" cy="68580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DC0AA1-F14F-C020-E5E2-41A77B1F2D89}"/>
                  </a:ext>
                </a:extLst>
              </p:cNvPr>
              <p:cNvSpPr txBox="1"/>
              <p:nvPr/>
            </p:nvSpPr>
            <p:spPr>
              <a:xfrm>
                <a:off x="1184804" y="914400"/>
                <a:ext cx="53732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200" b="1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772EB1-46FE-167A-0F90-BD1DF4001A78}"/>
                  </a:ext>
                </a:extLst>
              </p:cNvPr>
              <p:cNvSpPr txBox="1"/>
              <p:nvPr/>
            </p:nvSpPr>
            <p:spPr>
              <a:xfrm>
                <a:off x="189501" y="3782923"/>
                <a:ext cx="252793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dolor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sit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Praesent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scelerisque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lacus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sodales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lorem vestibulum, id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bibendum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diam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sagittis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id cursus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neque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ac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elementum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libero.</a:t>
                </a:r>
                <a:endParaRPr lang="en-US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908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BB5F9F7-2A92-383F-3CB6-72DB61457C59}"/>
              </a:ext>
            </a:extLst>
          </p:cNvPr>
          <p:cNvGrpSpPr/>
          <p:nvPr/>
        </p:nvGrpSpPr>
        <p:grpSpPr>
          <a:xfrm>
            <a:off x="9144000" y="0"/>
            <a:ext cx="3294710" cy="6858000"/>
            <a:chOff x="9144000" y="0"/>
            <a:chExt cx="329471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DCE38B-A835-245B-4EED-958E0B8A66AE}"/>
                </a:ext>
              </a:extLst>
            </p:cNvPr>
            <p:cNvSpPr/>
            <p:nvPr/>
          </p:nvSpPr>
          <p:spPr>
            <a:xfrm>
              <a:off x="9144000" y="0"/>
              <a:ext cx="30480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BB93CE-F14C-AB65-A462-18F062571958}"/>
                </a:ext>
              </a:extLst>
            </p:cNvPr>
            <p:cNvSpPr txBox="1"/>
            <p:nvPr/>
          </p:nvSpPr>
          <p:spPr>
            <a:xfrm>
              <a:off x="10418357" y="914397"/>
              <a:ext cx="64633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4</a:t>
              </a:r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123F56E1-787A-9F5A-AEFF-CDD85DB7F7DC}"/>
                </a:ext>
              </a:extLst>
            </p:cNvPr>
            <p:cNvSpPr/>
            <p:nvPr/>
          </p:nvSpPr>
          <p:spPr>
            <a:xfrm rot="5400000">
              <a:off x="11799258" y="787132"/>
              <a:ext cx="1024379" cy="254524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013D8B-8189-DD03-7D6D-CF0482B3B3D1}"/>
                </a:ext>
              </a:extLst>
            </p:cNvPr>
            <p:cNvSpPr txBox="1"/>
            <p:nvPr/>
          </p:nvSpPr>
          <p:spPr>
            <a:xfrm>
              <a:off x="9495519" y="3782923"/>
              <a:ext cx="252793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dolor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sit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Praesent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scelerisque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lacus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sodales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lorem vestibulum, id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bibendum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sagittis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cursus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ac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elementum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libero.</a:t>
              </a:r>
              <a:endPara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276AB5-5815-12CF-D003-AE2FCEFC355A}"/>
              </a:ext>
            </a:extLst>
          </p:cNvPr>
          <p:cNvGrpSpPr/>
          <p:nvPr/>
        </p:nvGrpSpPr>
        <p:grpSpPr>
          <a:xfrm>
            <a:off x="6096000" y="0"/>
            <a:ext cx="3283692" cy="6858000"/>
            <a:chOff x="6096000" y="0"/>
            <a:chExt cx="3283692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559729-6814-FD70-AFDE-465E8C6E2F28}"/>
                </a:ext>
              </a:extLst>
            </p:cNvPr>
            <p:cNvSpPr/>
            <p:nvPr/>
          </p:nvSpPr>
          <p:spPr>
            <a:xfrm>
              <a:off x="6096000" y="0"/>
              <a:ext cx="3048000" cy="6858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7130D4-14BE-8CFC-3E18-E9137CDD0DC3}"/>
                </a:ext>
              </a:extLst>
            </p:cNvPr>
            <p:cNvSpPr txBox="1"/>
            <p:nvPr/>
          </p:nvSpPr>
          <p:spPr>
            <a:xfrm>
              <a:off x="7340506" y="914398"/>
              <a:ext cx="67518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3</a:t>
              </a:r>
            </a:p>
          </p:txBody>
        </p: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B4330685-94AD-508B-93D3-C4B718973AD2}"/>
                </a:ext>
              </a:extLst>
            </p:cNvPr>
            <p:cNvSpPr/>
            <p:nvPr/>
          </p:nvSpPr>
          <p:spPr>
            <a:xfrm rot="5400000">
              <a:off x="8740240" y="787133"/>
              <a:ext cx="1024379" cy="254524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56B9C9-2A18-41AA-D21C-E6062DDA99EF}"/>
                </a:ext>
              </a:extLst>
            </p:cNvPr>
            <p:cNvSpPr txBox="1"/>
            <p:nvPr/>
          </p:nvSpPr>
          <p:spPr>
            <a:xfrm>
              <a:off x="6393513" y="3782923"/>
              <a:ext cx="252793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dolor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sit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Praesent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scelerisque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lacus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sodales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lorem vestibulum, id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bibendum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sagittis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cursus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ac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elementum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libero.</a:t>
              </a:r>
              <a:endPara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363774-8C3D-D88B-2DE7-CF3446866BDA}"/>
              </a:ext>
            </a:extLst>
          </p:cNvPr>
          <p:cNvGrpSpPr/>
          <p:nvPr/>
        </p:nvGrpSpPr>
        <p:grpSpPr>
          <a:xfrm>
            <a:off x="3048000" y="0"/>
            <a:ext cx="3272674" cy="6858000"/>
            <a:chOff x="3048000" y="0"/>
            <a:chExt cx="3272674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5F544A-45B1-B8FE-1898-7FD041BD11D2}"/>
                </a:ext>
              </a:extLst>
            </p:cNvPr>
            <p:cNvSpPr/>
            <p:nvPr/>
          </p:nvSpPr>
          <p:spPr>
            <a:xfrm>
              <a:off x="3048000" y="0"/>
              <a:ext cx="30480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A0B9CB-1FCC-B015-0426-FCC407652E6A}"/>
                </a:ext>
              </a:extLst>
            </p:cNvPr>
            <p:cNvSpPr txBox="1"/>
            <p:nvPr/>
          </p:nvSpPr>
          <p:spPr>
            <a:xfrm>
              <a:off x="4262655" y="914399"/>
              <a:ext cx="64793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2</a:t>
              </a:r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B56E81F4-41B2-A4DC-4FBE-6E131E1E5C00}"/>
                </a:ext>
              </a:extLst>
            </p:cNvPr>
            <p:cNvSpPr/>
            <p:nvPr/>
          </p:nvSpPr>
          <p:spPr>
            <a:xfrm rot="5400000">
              <a:off x="5681222" y="787134"/>
              <a:ext cx="1024379" cy="254524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DB217B-0931-8946-26E0-77311EF51CFD}"/>
                </a:ext>
              </a:extLst>
            </p:cNvPr>
            <p:cNvSpPr txBox="1"/>
            <p:nvPr/>
          </p:nvSpPr>
          <p:spPr>
            <a:xfrm>
              <a:off x="3291507" y="3782923"/>
              <a:ext cx="2527932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Lorem ipsum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dolor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sit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amet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consectetur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adipiscing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elit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Praesent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scelerisque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lacus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sodales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lorem vestibulum, id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bibendum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sagittis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Aliquam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id cursus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neque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ac </a:t>
              </a:r>
              <a:r>
                <a:rPr lang="en-GB" dirty="0" err="1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elementum</a:t>
              </a:r>
              <a:r>
                <a:rPr lang="en-GB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libero.</a:t>
              </a:r>
              <a:endParaRPr lang="en-US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D101BE-6C4C-FA14-7FCD-2202FCDACCD2}"/>
              </a:ext>
            </a:extLst>
          </p:cNvPr>
          <p:cNvGrpSpPr/>
          <p:nvPr/>
        </p:nvGrpSpPr>
        <p:grpSpPr>
          <a:xfrm>
            <a:off x="0" y="0"/>
            <a:ext cx="3291507" cy="6858000"/>
            <a:chOff x="0" y="0"/>
            <a:chExt cx="3291507" cy="6858000"/>
          </a:xfrm>
        </p:grpSpPr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C7FF0E46-3532-1221-3462-B61834B6A343}"/>
                </a:ext>
              </a:extLst>
            </p:cNvPr>
            <p:cNvSpPr/>
            <p:nvPr/>
          </p:nvSpPr>
          <p:spPr>
            <a:xfrm rot="5400000">
              <a:off x="2652055" y="787135"/>
              <a:ext cx="1024379" cy="254524"/>
            </a:xfrm>
            <a:prstGeom prst="triangl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E8137E0-B3C1-6139-EA1C-8CF4E83735E7}"/>
                </a:ext>
              </a:extLst>
            </p:cNvPr>
            <p:cNvGrpSpPr/>
            <p:nvPr/>
          </p:nvGrpSpPr>
          <p:grpSpPr>
            <a:xfrm>
              <a:off x="0" y="0"/>
              <a:ext cx="3048000" cy="6858000"/>
              <a:chOff x="0" y="0"/>
              <a:chExt cx="3048000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21FE7EE-5872-7E62-37A4-A366134F822A}"/>
                  </a:ext>
                </a:extLst>
              </p:cNvPr>
              <p:cNvSpPr/>
              <p:nvPr/>
            </p:nvSpPr>
            <p:spPr>
              <a:xfrm>
                <a:off x="0" y="0"/>
                <a:ext cx="3048000" cy="68580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3115EC-C468-2FA9-98BD-214839E73792}"/>
                  </a:ext>
                </a:extLst>
              </p:cNvPr>
              <p:cNvSpPr txBox="1"/>
              <p:nvPr/>
            </p:nvSpPr>
            <p:spPr>
              <a:xfrm>
                <a:off x="1184804" y="914400"/>
                <a:ext cx="53732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200" b="1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FCCC5A-D3B1-7F23-3CBF-839DCD6A4EA2}"/>
                  </a:ext>
                </a:extLst>
              </p:cNvPr>
              <p:cNvSpPr txBox="1"/>
              <p:nvPr/>
            </p:nvSpPr>
            <p:spPr>
              <a:xfrm>
                <a:off x="189501" y="3782923"/>
                <a:ext cx="252793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Lorem ipsum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dolor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sit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amet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consectetur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adipiscing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elit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Praesent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scelerisque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lacus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sodales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lorem vestibulum, id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bibendum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diam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sagittis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Aliquam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id cursus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neque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ac </a:t>
                </a:r>
                <a:r>
                  <a:rPr lang="en-GB" dirty="0" err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elementum</a:t>
                </a:r>
                <a:r>
                  <a:rPr lang="en-GB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libero.</a:t>
                </a:r>
                <a:endParaRPr lang="en-US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5249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F266-59C9-D95E-AEBA-E9A68FDE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4CD0-B1AE-923F-9073-26A893ABE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7742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260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Impact</vt:lpstr>
      <vt:lpstr>Tahoma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Heggie</dc:creator>
  <cp:lastModifiedBy>James Heggie</cp:lastModifiedBy>
  <cp:revision>2</cp:revision>
  <dcterms:created xsi:type="dcterms:W3CDTF">2026-08-04T12:44:10Z</dcterms:created>
  <dcterms:modified xsi:type="dcterms:W3CDTF">2026-08-04T13:38:48Z</dcterms:modified>
</cp:coreProperties>
</file>