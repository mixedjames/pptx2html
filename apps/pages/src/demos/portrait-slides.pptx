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0" d="100"/>
          <a:sy n="90" d="100"/>
        </p:scale>
        <p:origin x="2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3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0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6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5"/>
            <a:ext cx="4437638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1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7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5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8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08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8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6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1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3"/>
            <a:ext cx="1109410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3"/>
            <a:ext cx="3263915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5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D4529-CA3F-6243-9A66-6EAFBD941D2C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DA8B2-C710-EC47-B064-5CCFDB84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4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7E05-B7E8-EDCB-215E-BD6A8E84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121814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rPr>
              <a:t>Show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9E0F5-1E88-036F-AF91-C85A819AC3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This is a subtitle</a:t>
            </a:r>
          </a:p>
        </p:txBody>
      </p:sp>
    </p:spTree>
    <p:extLst>
      <p:ext uri="{BB962C8B-B14F-4D97-AF65-F5344CB8AC3E}">
        <p14:creationId xmlns:p14="http://schemas.microsoft.com/office/powerpoint/2010/main" val="301621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99E1-6426-0FDA-5F8B-B8F3F5C8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Impact" panose="020B0806030902050204" pitchFamily="34" charset="0"/>
              </a:rPr>
              <a:t>The next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1FB5A-4EAF-7D72-97A7-203816AE4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orem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ipsum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dolor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sit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adipiscing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Suspendisse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hendrerit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 gravida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molestie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justo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mauris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gravida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orci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eget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aliquet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urna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purus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urna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Phasellus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odio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malesuada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volutpat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tincidunt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Sed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tristique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velit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vitae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enim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commodo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eleifend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Integer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sodales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leo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dapibus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pellentesque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tortor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nunc vestibulum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mattis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orci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velit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et diam. In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porttitor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vestibulum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suscipit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Suspendisse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condimentum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maximus dui, sit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amet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placerat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erat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porttitor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consectetur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Aliquam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sed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rhoncus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massa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7296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14C3-5EEE-7B22-1E08-27C9DD0F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Icebergs">
            <a:extLst>
              <a:ext uri="{FF2B5EF4-FFF2-40B4-BE49-F238E27FC236}">
                <a16:creationId xmlns:a16="http://schemas.microsoft.com/office/drawing/2014/main" id="{DA0251ED-B162-5240-3C9F-1B5482722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408238" y="3500439"/>
            <a:ext cx="10240181" cy="5930104"/>
          </a:xfrm>
          <a:effectLst>
            <a:softEdge rad="212666"/>
          </a:effectLst>
        </p:spPr>
      </p:pic>
    </p:spTree>
    <p:extLst>
      <p:ext uri="{BB962C8B-B14F-4D97-AF65-F5344CB8AC3E}">
        <p14:creationId xmlns:p14="http://schemas.microsoft.com/office/powerpoint/2010/main" val="154000733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99</Words>
  <Application>Microsoft Macintosh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Impact</vt:lpstr>
      <vt:lpstr>Tahoma</vt:lpstr>
      <vt:lpstr>Office Theme</vt:lpstr>
      <vt:lpstr>Show title</vt:lpstr>
      <vt:lpstr>The next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Heggie</dc:creator>
  <cp:lastModifiedBy>James Heggie</cp:lastModifiedBy>
  <cp:revision>3</cp:revision>
  <dcterms:created xsi:type="dcterms:W3CDTF">2026-08-07T06:19:06Z</dcterms:created>
  <dcterms:modified xsi:type="dcterms:W3CDTF">2026-08-07T06:25:55Z</dcterms:modified>
</cp:coreProperties>
</file>