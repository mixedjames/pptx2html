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21"/>
  </p:normalViewPr>
  <p:slideViewPr>
    <p:cSldViewPr snapToGrid="0">
      <p:cViewPr varScale="1">
        <p:scale>
          <a:sx n="120" d="100"/>
          <a:sy n="120" d="100"/>
        </p:scale>
        <p:origin x="800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C114-6F92-E219-AB28-991556FA2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C6E75-1C76-B1A0-FB1B-729C093D0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23C3-4AA9-4E6F-285B-B1E1B4E4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50BC-8B61-FC45-3AA7-0CBE0579E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6988-CBD1-D685-359F-5A368083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8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9C99C-FF5E-BE11-FA3E-D1507261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DA40D-0208-DA02-95AB-E8EE97977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569A9-7D1B-153F-F46C-72E2A1D9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CDEE-2863-6112-3942-F1933D47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86ED-CD1C-EC15-0084-0259B26B6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0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C835-BFBE-2846-8D1C-52960981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1645C-4A78-A48D-977C-97E3D6C4E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BB201-502D-8507-E04C-9B6C46D0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09817-2417-E3A3-9B88-FAF0A1BF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B24B-AFC7-22F0-5349-9F3AFA7A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60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B5C9-103E-B929-3FCA-0466E990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73C9-F743-F8C4-D78E-F2514820C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1991C-9529-5CC0-97F1-19C9FD931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7028E-008A-31E0-C4CA-BF857CBE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AE8D7-B656-FC40-372E-0E85121C6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A76AB-1AAF-50C4-FD94-565615987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11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E5C46-E2E1-E6F7-6B0D-80B4BD0E1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93138-2165-59D7-7A20-1C4625A3F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DFD7C-A75F-32CC-EB91-088D2FCBE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AAE26E-F7AF-C662-B4A6-6978A79C9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E92E3-1C6A-992E-49E5-5AD7DB693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FCA270-D27F-09C5-D824-7999D26E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D1EC1-08F5-D4B6-91E1-72CD7126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3A76A5-26D5-E20F-45E1-AB5944863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00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DEAB-E69A-5650-7000-04E1E427A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E3E46-42C9-6014-99FE-B6C4BD36A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273D6-B94A-FA25-DAF7-DA041329C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B9D67-AE16-5D6B-EE6A-27E4F428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8C4C9B-5E71-3122-FF56-CAA4C0391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6C57C-F4A2-1C95-6053-FE945B70A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A5852-E07C-5494-D35A-A0C428C8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25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204C-E2F0-DF4C-871E-E18374C4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AAED6-49A6-06A3-E23C-747346CB1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4318B-73AB-1022-DB59-71B7F3E71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E9BCF-3574-7B18-7CF9-0219853A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491F3-63D1-8852-6590-45F49EC9E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EAEE6-1DF5-61D3-8BEB-EA1366A6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8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0693-5E16-4ED8-EDCE-978325C9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47AD3-B1F7-B2BD-8666-5B50A71CD5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B72E7-2E41-DEA0-960D-FDECF2F43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44AD7-37A3-CDFD-08DC-FB3B5C5C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D998D-9725-D195-0C6A-57D984C8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41FEF-FA21-C37A-52BF-6D7B95440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40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6832-B3CA-9555-58D4-E02A4DFD0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9F8ED-1491-3FAD-F2AF-B54EF6D5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767A-6F23-76D0-6B12-74B2FD18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C7853-8440-00D5-068B-FFECCC83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84B10-44AD-0DF2-E7F8-BC7286527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21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45AD5-2BC2-B5F5-51BB-B8DCD5B3D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2F650-3431-05DF-7888-F2B2D6E92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DBB4C-1FDF-1FAA-90E7-DD424D446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86856-11EE-BAD0-07C6-504FF894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4429E-B55F-EBFA-0563-1B0069BA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49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13E5A-B605-48B2-0FE0-C31187085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3AB9-A3FE-CF70-3CC7-515AB194D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B6A01-F93F-5D53-C1E9-70CE1D5D4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5FD8B-6E15-6A40-8498-FD85B722A7EB}" type="datetimeFigureOut">
              <a:rPr lang="en-US" smtClean="0"/>
              <a:t>8/4/26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BBC4B-33D1-5841-4B45-9C96D741B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625F1-3A46-C4E1-B4E3-540D42ACD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ADDAD6-6FE3-234D-B313-C9C036050B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9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FD71-A2D5-DF6B-9E3F-67CC2F807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 flip="none" rotWithShape="1">
            <a:gsLst>
              <a:gs pos="0">
                <a:schemeClr val="tx2"/>
              </a:gs>
              <a:gs pos="50000">
                <a:schemeClr val="tx2">
                  <a:lumMod val="75000"/>
                  <a:lumOff val="25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2700000" scaled="1"/>
            <a:tileRect/>
          </a:gradFill>
        </p:spPr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Title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DED928-5FE1-FBBE-C4ED-89300642E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 w="6350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i="1" dirty="0">
                <a:latin typeface="Comic Sans MS" panose="030F0902030302020204" pitchFamily="66" charset="0"/>
              </a:rPr>
              <a:t>James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4056A0-572C-C58A-9500-1B82FB23F97A}"/>
              </a:ext>
            </a:extLst>
          </p:cNvPr>
          <p:cNvSpPr/>
          <p:nvPr/>
        </p:nvSpPr>
        <p:spPr>
          <a:xfrm>
            <a:off x="489098" y="5794744"/>
            <a:ext cx="786809" cy="786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902030302020204" pitchFamily="66" charset="0"/>
              </a:rPr>
              <a:t>42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3CF397E7-AC46-0C0C-7D95-DF66270B04D4}"/>
              </a:ext>
            </a:extLst>
          </p:cNvPr>
          <p:cNvSpPr/>
          <p:nvPr/>
        </p:nvSpPr>
        <p:spPr>
          <a:xfrm>
            <a:off x="489098" y="542260"/>
            <a:ext cx="1034902" cy="98425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34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FC55-1763-C9CE-D696-50AF4C71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538B1-AC24-8B1F-8055-491D8450F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And now some more text which takes up rather more space than anything we’ve seen so far. Hopefully this will stress-test the rendering a </a:t>
            </a:r>
            <a:r>
              <a:rPr lang="en-US"/>
              <a:t>bit more.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4767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96AA-451B-FFB6-BF31-1FE02A185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Wibble</a:t>
            </a:r>
          </a:p>
        </p:txBody>
      </p:sp>
      <p:pic>
        <p:nvPicPr>
          <p:cNvPr id="5" name="Content Placeholder 4" descr="Alarm Ringing outline">
            <a:extLst>
              <a:ext uri="{FF2B5EF4-FFF2-40B4-BE49-F238E27FC236}">
                <a16:creationId xmlns:a16="http://schemas.microsoft.com/office/drawing/2014/main" id="{5BBE8C21-5AF3-40A6-3555-CA21F7387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14522">
            <a:off x="3439296" y="2765617"/>
            <a:ext cx="2862649" cy="2862649"/>
          </a:xfrm>
        </p:spPr>
      </p:pic>
      <p:pic>
        <p:nvPicPr>
          <p:cNvPr id="4" name="Graphic 3" descr="Aeroplane outline">
            <a:extLst>
              <a:ext uri="{FF2B5EF4-FFF2-40B4-BE49-F238E27FC236}">
                <a16:creationId xmlns:a16="http://schemas.microsoft.com/office/drawing/2014/main" id="{CCF096A5-06ED-E559-4726-5278CED258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659" y="1690688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E0CB0F-717C-6146-BA42-1ABBAEB0A8B5}"/>
              </a:ext>
            </a:extLst>
          </p:cNvPr>
          <p:cNvSpPr txBox="1"/>
          <p:nvPr/>
        </p:nvSpPr>
        <p:spPr>
          <a:xfrm>
            <a:off x="6096000" y="-3231148"/>
            <a:ext cx="4792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paragraph of text that will appear to scroll into view during the transition giving the illusion that the whole system is scrolling rather than being a slide deck.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0D4EC6B-9AB8-2126-6B3B-649F58FBDA52}"/>
              </a:ext>
            </a:extLst>
          </p:cNvPr>
          <p:cNvSpPr/>
          <p:nvPr/>
        </p:nvSpPr>
        <p:spPr>
          <a:xfrm>
            <a:off x="-4922875" y="-2030819"/>
            <a:ext cx="19755294" cy="10972799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5764545 w 12192000"/>
              <a:gd name="csY5" fmla="*/ 365125 h 6858000"/>
              <a:gd name="csX6" fmla="*/ 5169803 w 12192000"/>
              <a:gd name="csY6" fmla="*/ 1209393 h 6858000"/>
              <a:gd name="csX7" fmla="*/ 4232608 w 12192000"/>
              <a:gd name="csY7" fmla="*/ 775606 h 6858000"/>
              <a:gd name="csX8" fmla="*/ 4139680 w 12192000"/>
              <a:gd name="csY8" fmla="*/ 1804135 h 6858000"/>
              <a:gd name="csX9" fmla="*/ 3111151 w 12192000"/>
              <a:gd name="csY9" fmla="*/ 1897063 h 6858000"/>
              <a:gd name="csX10" fmla="*/ 3544938 w 12192000"/>
              <a:gd name="csY10" fmla="*/ 2834258 h 6858000"/>
              <a:gd name="csX11" fmla="*/ 2700670 w 12192000"/>
              <a:gd name="csY11" fmla="*/ 3429000 h 6858000"/>
              <a:gd name="csX12" fmla="*/ 3544938 w 12192000"/>
              <a:gd name="csY12" fmla="*/ 4023742 h 6858000"/>
              <a:gd name="csX13" fmla="*/ 3111151 w 12192000"/>
              <a:gd name="csY13" fmla="*/ 4960938 h 6858000"/>
              <a:gd name="csX14" fmla="*/ 4139680 w 12192000"/>
              <a:gd name="csY14" fmla="*/ 5053865 h 6858000"/>
              <a:gd name="csX15" fmla="*/ 4232608 w 12192000"/>
              <a:gd name="csY15" fmla="*/ 6082394 h 6858000"/>
              <a:gd name="csX16" fmla="*/ 5169803 w 12192000"/>
              <a:gd name="csY16" fmla="*/ 5648607 h 6858000"/>
              <a:gd name="csX17" fmla="*/ 5764545 w 12192000"/>
              <a:gd name="csY17" fmla="*/ 6492875 h 6858000"/>
              <a:gd name="csX18" fmla="*/ 6359287 w 12192000"/>
              <a:gd name="csY18" fmla="*/ 5648607 h 6858000"/>
              <a:gd name="csX19" fmla="*/ 7296483 w 12192000"/>
              <a:gd name="csY19" fmla="*/ 6082394 h 6858000"/>
              <a:gd name="csX20" fmla="*/ 7389410 w 12192000"/>
              <a:gd name="csY20" fmla="*/ 5053865 h 6858000"/>
              <a:gd name="csX21" fmla="*/ 8417939 w 12192000"/>
              <a:gd name="csY21" fmla="*/ 4960938 h 6858000"/>
              <a:gd name="csX22" fmla="*/ 7984152 w 12192000"/>
              <a:gd name="csY22" fmla="*/ 4023742 h 6858000"/>
              <a:gd name="csX23" fmla="*/ 8828420 w 12192000"/>
              <a:gd name="csY23" fmla="*/ 3429000 h 6858000"/>
              <a:gd name="csX24" fmla="*/ 7984152 w 12192000"/>
              <a:gd name="csY24" fmla="*/ 2834258 h 6858000"/>
              <a:gd name="csX25" fmla="*/ 8417939 w 12192000"/>
              <a:gd name="csY25" fmla="*/ 1897063 h 6858000"/>
              <a:gd name="csX26" fmla="*/ 7389410 w 12192000"/>
              <a:gd name="csY26" fmla="*/ 1804135 h 6858000"/>
              <a:gd name="csX27" fmla="*/ 7296483 w 12192000"/>
              <a:gd name="csY27" fmla="*/ 775606 h 6858000"/>
              <a:gd name="csX28" fmla="*/ 6359287 w 12192000"/>
              <a:gd name="csY28" fmla="*/ 1209393 h 6858000"/>
              <a:gd name="csX29" fmla="*/ 5764545 w 12192000"/>
              <a:gd name="csY29" fmla="*/ 365125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764545" y="365125"/>
                </a:moveTo>
                <a:lnTo>
                  <a:pt x="5169803" y="1209393"/>
                </a:lnTo>
                <a:lnTo>
                  <a:pt x="4232608" y="775606"/>
                </a:lnTo>
                <a:lnTo>
                  <a:pt x="4139680" y="1804135"/>
                </a:lnTo>
                <a:lnTo>
                  <a:pt x="3111151" y="1897063"/>
                </a:lnTo>
                <a:lnTo>
                  <a:pt x="3544938" y="2834258"/>
                </a:lnTo>
                <a:lnTo>
                  <a:pt x="2700670" y="3429000"/>
                </a:lnTo>
                <a:lnTo>
                  <a:pt x="3544938" y="4023742"/>
                </a:lnTo>
                <a:lnTo>
                  <a:pt x="3111151" y="4960938"/>
                </a:lnTo>
                <a:lnTo>
                  <a:pt x="4139680" y="5053865"/>
                </a:lnTo>
                <a:lnTo>
                  <a:pt x="4232608" y="6082394"/>
                </a:lnTo>
                <a:lnTo>
                  <a:pt x="5169803" y="5648607"/>
                </a:lnTo>
                <a:lnTo>
                  <a:pt x="5764545" y="6492875"/>
                </a:lnTo>
                <a:lnTo>
                  <a:pt x="6359287" y="5648607"/>
                </a:lnTo>
                <a:lnTo>
                  <a:pt x="7296483" y="6082394"/>
                </a:lnTo>
                <a:lnTo>
                  <a:pt x="7389410" y="5053865"/>
                </a:lnTo>
                <a:lnTo>
                  <a:pt x="8417939" y="4960938"/>
                </a:lnTo>
                <a:lnTo>
                  <a:pt x="7984152" y="4023742"/>
                </a:lnTo>
                <a:lnTo>
                  <a:pt x="8828420" y="3429000"/>
                </a:lnTo>
                <a:lnTo>
                  <a:pt x="7984152" y="2834258"/>
                </a:lnTo>
                <a:lnTo>
                  <a:pt x="8417939" y="1897063"/>
                </a:lnTo>
                <a:lnTo>
                  <a:pt x="7389410" y="1804135"/>
                </a:lnTo>
                <a:lnTo>
                  <a:pt x="7296483" y="775606"/>
                </a:lnTo>
                <a:lnTo>
                  <a:pt x="6359287" y="1209393"/>
                </a:lnTo>
                <a:lnTo>
                  <a:pt x="5764545" y="365125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4055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A5E7-ECA0-D270-C303-ECD535CF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4C43-82DE-F9B7-39BB-EFBDEFFC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Wibble</a:t>
            </a:r>
          </a:p>
        </p:txBody>
      </p:sp>
      <p:pic>
        <p:nvPicPr>
          <p:cNvPr id="5" name="Content Placeholder 4" descr="Alarm Ringing outline">
            <a:extLst>
              <a:ext uri="{FF2B5EF4-FFF2-40B4-BE49-F238E27FC236}">
                <a16:creationId xmlns:a16="http://schemas.microsoft.com/office/drawing/2014/main" id="{C5D43EFA-A6EC-AC41-5728-532A663AF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114522">
            <a:off x="2237817" y="2821588"/>
            <a:ext cx="2862649" cy="2862649"/>
          </a:xfrm>
        </p:spPr>
      </p:pic>
      <p:pic>
        <p:nvPicPr>
          <p:cNvPr id="4" name="Graphic 3" descr="Aeroplane outline">
            <a:extLst>
              <a:ext uri="{FF2B5EF4-FFF2-40B4-BE49-F238E27FC236}">
                <a16:creationId xmlns:a16="http://schemas.microsoft.com/office/drawing/2014/main" id="{377264AC-FD3C-910A-078A-3EFE8B4A69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0659" y="1690688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6F4E0A-611A-9E72-672B-6EDFE73EFB61}"/>
              </a:ext>
            </a:extLst>
          </p:cNvPr>
          <p:cNvSpPr txBox="1"/>
          <p:nvPr/>
        </p:nvSpPr>
        <p:spPr>
          <a:xfrm>
            <a:off x="6160603" y="3052584"/>
            <a:ext cx="4792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paragraph of text that will appear to scroll into view during the transition giving the illusion that the whole system is scrolling rather than being a slide deck.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1A429AF-7183-CAE9-9A70-EF3E44F91EAA}"/>
              </a:ext>
            </a:extLst>
          </p:cNvPr>
          <p:cNvSpPr/>
          <p:nvPr/>
        </p:nvSpPr>
        <p:spPr>
          <a:xfrm>
            <a:off x="-1212112" y="-2057400"/>
            <a:ext cx="19755294" cy="10972799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  <a:gd name="csX4" fmla="*/ 0 w 12192000"/>
              <a:gd name="csY4" fmla="*/ 0 h 6858000"/>
              <a:gd name="csX5" fmla="*/ 5764545 w 12192000"/>
              <a:gd name="csY5" fmla="*/ 365125 h 6858000"/>
              <a:gd name="csX6" fmla="*/ 5169803 w 12192000"/>
              <a:gd name="csY6" fmla="*/ 1209393 h 6858000"/>
              <a:gd name="csX7" fmla="*/ 4232608 w 12192000"/>
              <a:gd name="csY7" fmla="*/ 775606 h 6858000"/>
              <a:gd name="csX8" fmla="*/ 4139680 w 12192000"/>
              <a:gd name="csY8" fmla="*/ 1804135 h 6858000"/>
              <a:gd name="csX9" fmla="*/ 3111151 w 12192000"/>
              <a:gd name="csY9" fmla="*/ 1897063 h 6858000"/>
              <a:gd name="csX10" fmla="*/ 3544938 w 12192000"/>
              <a:gd name="csY10" fmla="*/ 2834258 h 6858000"/>
              <a:gd name="csX11" fmla="*/ 2700670 w 12192000"/>
              <a:gd name="csY11" fmla="*/ 3429000 h 6858000"/>
              <a:gd name="csX12" fmla="*/ 3544938 w 12192000"/>
              <a:gd name="csY12" fmla="*/ 4023742 h 6858000"/>
              <a:gd name="csX13" fmla="*/ 3111151 w 12192000"/>
              <a:gd name="csY13" fmla="*/ 4960938 h 6858000"/>
              <a:gd name="csX14" fmla="*/ 4139680 w 12192000"/>
              <a:gd name="csY14" fmla="*/ 5053865 h 6858000"/>
              <a:gd name="csX15" fmla="*/ 4232608 w 12192000"/>
              <a:gd name="csY15" fmla="*/ 6082394 h 6858000"/>
              <a:gd name="csX16" fmla="*/ 5169803 w 12192000"/>
              <a:gd name="csY16" fmla="*/ 5648607 h 6858000"/>
              <a:gd name="csX17" fmla="*/ 5764545 w 12192000"/>
              <a:gd name="csY17" fmla="*/ 6492875 h 6858000"/>
              <a:gd name="csX18" fmla="*/ 6359287 w 12192000"/>
              <a:gd name="csY18" fmla="*/ 5648607 h 6858000"/>
              <a:gd name="csX19" fmla="*/ 7296483 w 12192000"/>
              <a:gd name="csY19" fmla="*/ 6082394 h 6858000"/>
              <a:gd name="csX20" fmla="*/ 7389410 w 12192000"/>
              <a:gd name="csY20" fmla="*/ 5053865 h 6858000"/>
              <a:gd name="csX21" fmla="*/ 8417939 w 12192000"/>
              <a:gd name="csY21" fmla="*/ 4960938 h 6858000"/>
              <a:gd name="csX22" fmla="*/ 7984152 w 12192000"/>
              <a:gd name="csY22" fmla="*/ 4023742 h 6858000"/>
              <a:gd name="csX23" fmla="*/ 8828420 w 12192000"/>
              <a:gd name="csY23" fmla="*/ 3429000 h 6858000"/>
              <a:gd name="csX24" fmla="*/ 7984152 w 12192000"/>
              <a:gd name="csY24" fmla="*/ 2834258 h 6858000"/>
              <a:gd name="csX25" fmla="*/ 8417939 w 12192000"/>
              <a:gd name="csY25" fmla="*/ 1897063 h 6858000"/>
              <a:gd name="csX26" fmla="*/ 7389410 w 12192000"/>
              <a:gd name="csY26" fmla="*/ 1804135 h 6858000"/>
              <a:gd name="csX27" fmla="*/ 7296483 w 12192000"/>
              <a:gd name="csY27" fmla="*/ 775606 h 6858000"/>
              <a:gd name="csX28" fmla="*/ 6359287 w 12192000"/>
              <a:gd name="csY28" fmla="*/ 1209393 h 6858000"/>
              <a:gd name="csX29" fmla="*/ 5764545 w 12192000"/>
              <a:gd name="csY29" fmla="*/ 365125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5764545" y="365125"/>
                </a:moveTo>
                <a:lnTo>
                  <a:pt x="5169803" y="1209393"/>
                </a:lnTo>
                <a:lnTo>
                  <a:pt x="4232608" y="775606"/>
                </a:lnTo>
                <a:lnTo>
                  <a:pt x="4139680" y="1804135"/>
                </a:lnTo>
                <a:lnTo>
                  <a:pt x="3111151" y="1897063"/>
                </a:lnTo>
                <a:lnTo>
                  <a:pt x="3544938" y="2834258"/>
                </a:lnTo>
                <a:lnTo>
                  <a:pt x="2700670" y="3429000"/>
                </a:lnTo>
                <a:lnTo>
                  <a:pt x="3544938" y="4023742"/>
                </a:lnTo>
                <a:lnTo>
                  <a:pt x="3111151" y="4960938"/>
                </a:lnTo>
                <a:lnTo>
                  <a:pt x="4139680" y="5053865"/>
                </a:lnTo>
                <a:lnTo>
                  <a:pt x="4232608" y="6082394"/>
                </a:lnTo>
                <a:lnTo>
                  <a:pt x="5169803" y="5648607"/>
                </a:lnTo>
                <a:lnTo>
                  <a:pt x="5764545" y="6492875"/>
                </a:lnTo>
                <a:lnTo>
                  <a:pt x="6359287" y="5648607"/>
                </a:lnTo>
                <a:lnTo>
                  <a:pt x="7296483" y="6082394"/>
                </a:lnTo>
                <a:lnTo>
                  <a:pt x="7389410" y="5053865"/>
                </a:lnTo>
                <a:lnTo>
                  <a:pt x="8417939" y="4960938"/>
                </a:lnTo>
                <a:lnTo>
                  <a:pt x="7984152" y="4023742"/>
                </a:lnTo>
                <a:lnTo>
                  <a:pt x="8828420" y="3429000"/>
                </a:lnTo>
                <a:lnTo>
                  <a:pt x="7984152" y="2834258"/>
                </a:lnTo>
                <a:lnTo>
                  <a:pt x="8417939" y="1897063"/>
                </a:lnTo>
                <a:lnTo>
                  <a:pt x="7389410" y="1804135"/>
                </a:lnTo>
                <a:lnTo>
                  <a:pt x="7296483" y="775606"/>
                </a:lnTo>
                <a:lnTo>
                  <a:pt x="6359287" y="1209393"/>
                </a:lnTo>
                <a:lnTo>
                  <a:pt x="5764545" y="365125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80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98</Words>
  <Application>Microsoft Macintosh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Comic Sans MS</vt:lpstr>
      <vt:lpstr>Tahoma</vt:lpstr>
      <vt:lpstr>Office Theme</vt:lpstr>
      <vt:lpstr>Title 1</vt:lpstr>
      <vt:lpstr>Another title</vt:lpstr>
      <vt:lpstr>Wibble</vt:lpstr>
      <vt:lpstr>Wibble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Heggie</dc:creator>
  <cp:lastModifiedBy>James Heggie</cp:lastModifiedBy>
  <cp:revision>22</cp:revision>
  <dcterms:created xsi:type="dcterms:W3CDTF">2026-07-29T15:49:26Z</dcterms:created>
  <dcterms:modified xsi:type="dcterms:W3CDTF">2026-08-04T06:00:46Z</dcterms:modified>
</cp:coreProperties>
</file>